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92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346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AI ORCHESTRATION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0545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Lab: Operating AI in Disconnected Environments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2743200" cy="7315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Rocky Mountain CyberSpace Symposium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Instructor-Led Lab Guide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37360" y="1097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Setup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concepts, environment orientation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09728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37360" y="1874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Space Domain Awareness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2194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analysis - satellite anomaly detection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109728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2651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Predictive Logistics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2971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 queries - Arctic resupply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109728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3429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3: Intel Fusion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3749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pipelines - RFI analysis &amp; Red Team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109728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37360" y="4206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&amp; Discussion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37360" y="4526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learned, use cases, Q&amp;A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~2 hours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AGENTIC AI?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E8EC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Chatbot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prompt → Single response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 the loop for each step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 access or code execution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take autonomous action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→ Plan → Execute → Iterate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multi-step reasoning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use, code execution, file I/O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orchestrate multiple agents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You'll orchestrate agent swarms on an air-gapped, local server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TACTICAL EDGE ENVIRONMENT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0" y="1097280"/>
            <a:ext cx="2743200" cy="1371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NVIDIA-Powered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Server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2651760"/>
            <a:ext cx="2743200" cy="9144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0" y="2651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Kaizen Platform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3749040"/>
            <a:ext cx="2743200" cy="822960"/>
          </a:xfrm>
          <a:prstGeom prst="rect">
            <a:avLst/>
          </a:prstGeom>
          <a:solidFill>
            <a:srgbClr val="E8EC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37490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Laptop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cloud connectivity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Sovereign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stays local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GPU-Accelerated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inference on-prem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18872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in plain English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data, images, PDFs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Swarms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agents working together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HANDS-ON 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3657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7315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Domain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Hunter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if satellite issue is hardware glitch or cyber attack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743200" cy="3657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743200" cy="7315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097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Arctic Resupply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32004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shortfalls and generate requisition forms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743200" cy="3657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743200" cy="7315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097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09360" y="19202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Crusher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32004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data from 50 docs, draft RFI, Red Team for bias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43000" y="1097280"/>
            <a:ext cx="548640" cy="54864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LAN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workshop WiFi network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(credentials on your table card)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548640" cy="54864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0604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Kaizen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2194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the Kaizen URL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provided by your instructor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1097280"/>
            <a:ext cx="548640" cy="54864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4068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Data Files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the CSV/document files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current module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1097280"/>
            <a:ext cx="548640" cy="54864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0372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System Context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2194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system context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 the agent to the scenario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E8EC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Files for Each Module: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749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sentinel9_*.csv files (telemetry, commands, images, alerts)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inventory_*.csv, weather_forecast.csv, vendor_*.csv, dd1348_field_reference.csv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3: 46 document files (.txt) in the documents/ folder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D4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95681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SPACE DOMAIN AWARENESS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43023" y="276163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4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Hunter: Is it a glitch or a cyber attack?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18288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 MINUTES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SCENARIO: GHOSTPOINT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solidFill>
            <a:srgbClr val="E8EC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SENTINEL-9, an ISR satellite monitoring Arctic shipping lanes, has triggered an authentication anomaly alert. Initial triage shows "all systems nominal" — but something doesn't add up.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mission: Determine if this is a hardware glitch or a cyber event, and prepare a report for command.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Available: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sentinel9_telemetry.csv — System health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sentinel9_command_log.csv — Commands sent to satellite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sentinel9_image_metadata.csv — Image capture records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sentinel9_alert_log.csv — Alert history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ground_station_registry.csv — Authorized stations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1: INVESTIGATION 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011680" cy="594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TRIAGE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9144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alert log — what triggered this?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9144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011680" cy="594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TELEMETRY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6002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out hardware — is everything nominal?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16002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2011680" cy="594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COMMANDS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2860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been talking to the satellite?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22860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2011680" cy="594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IMAGERY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9718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tampered images or wrong targets?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29718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2011680" cy="594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SYNTHESIS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36576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dots — build timeline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36576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2011680" cy="5943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343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REPORT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51760" y="43434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PDF for command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43434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6917" y="456845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DISCOVERY: Telemetry is clean → Not hardware. Unauthorized commands from GS-UNKNOWN-7 → Cyber event!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9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PREDICTIVE LOGISTICS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4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Arctic Resupply: Beat the storm with smart requisitions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18288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 MINUTES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SCENARIO: POLAR SENTINEL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solidFill>
            <a:srgbClr val="E8EC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FOB POLAR SENTINEL in Deadhorse, Alaska faces an incoming severe Arctic storm. Temperatures will drop to -70°F with wind chills below -120°F. The resupply window closes in 3 days.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mission: Identify critical inventory shortfalls and generate DD Form 1348 requisitions before the storm hits.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Shortfalls: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Arctic diesel fuel — 5 days supply (need 10+)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weather rations — 4 days supply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injury medical kits — 3 days supply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Arctic weapons lubricant — 3 days supply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Generate DD Form 1348-1A requisitions with proper NSNs, quantities, and priority codes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 FUSION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4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Crusher: Extract, analyze, and Red Team for bias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18288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 MINUTES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SCENARIO: OVERWATCH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E8EC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OVERWATCH program is acquiring a long-range surveillance drone. You have ~50 documents from 5 competing vendors plus internal assessments. Extract key data, draft an RFI, then Red Team it for bias.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Vendors: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Northwind: 2,200 km / 450 kg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Falcon: 1,800 km / 350 kg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Meridian: 1,600 km / 320 kg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Arcturus: 1,500 km / 280 kg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SkyWatch: 1,200 km / 200 kg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2468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Bias to Find: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28346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ft ceiling → only Northwind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Type-VII data link → proprietary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24-month delivery → only Northwind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Specs match highest-cost vendor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TECHNIQUES YOU'LL LEARN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Chaining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vision agents (image analysis) with telemetry agents (log parsing) to cross-reference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0" y="1325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 Connection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agents to CSV/database queries for logistics and inventory analysis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2331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RAG Pipelines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Index, search, and summarize document collections without cloud connectivity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0" y="3337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Analysis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agent to adversarial mindset to critique outputs for bias and gaps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4343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TIPS FOR SUCCESS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0058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agent exactly what data source to look at. "Just the telemetry for now" keeps it focused.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10312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try to solve everything in one prompt. Build understanding step by step.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5603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Visualizations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8803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and graphs make patterns obvious. Request them for timelines, distributions, comparisons.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3375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6576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magic happens when you connect data across sources. "Does this correlate with that?"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114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Artifacts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4348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PDFs, spreadsheets, and reports. These are your deliverables.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YOU'VE LEARNED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Orchestration over Prompt Engineering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teams of specialized agents that work in concert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Analysis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Fusing different data types to see the complete picture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 Operations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powerful AI entirely within a secure enclave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Outputs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reports, forms, and artifacts — not just answers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657600" y="2651760"/>
            <a:ext cx="18288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participating in the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Orchestration Lab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Rocky Mountain CyberSpace Symposium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3112</TotalTime>
  <Words>1109</Words>
  <Application>Microsoft Macintosh PowerPoint</Application>
  <PresentationFormat>On-screen Show (16:9)</PresentationFormat>
  <Paragraphs>216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Orchestration Lab</dc:title>
  <dc:subject>PptxGenJS Presentation</dc:subject>
  <dc:creator>Rocky Mountain CyberSpace Symposium</dc:creator>
  <cp:lastModifiedBy>Ryan  Elmore</cp:lastModifiedBy>
  <cp:revision>3</cp:revision>
  <dcterms:created xsi:type="dcterms:W3CDTF">2026-01-30T00:05:51Z</dcterms:created>
  <dcterms:modified xsi:type="dcterms:W3CDTF">2026-02-01T18:22:23Z</dcterms:modified>
</cp:coreProperties>
</file>