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2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21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72" r:id="rId4"/>
    <p:sldMasterId id="2147483673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4.xml"/><Relationship Id="rId11" Type="http://schemas.openxmlformats.org/officeDocument/2006/relationships/slide" Target="slides/slide5.xml"/><Relationship Id="rId22" Type="http://schemas.openxmlformats.org/officeDocument/2006/relationships/slide" Target="slides/slide16.xml"/><Relationship Id="rId10" Type="http://schemas.openxmlformats.org/officeDocument/2006/relationships/slide" Target="slides/slide4.xml"/><Relationship Id="rId21" Type="http://schemas.openxmlformats.org/officeDocument/2006/relationships/slide" Target="slides/slide15.xml"/><Relationship Id="rId13" Type="http://schemas.openxmlformats.org/officeDocument/2006/relationships/slide" Target="slides/slide7.xml"/><Relationship Id="rId24" Type="http://schemas.openxmlformats.org/officeDocument/2006/relationships/slide" Target="slides/slide18.xml"/><Relationship Id="rId12" Type="http://schemas.openxmlformats.org/officeDocument/2006/relationships/slide" Target="slides/slide6.xml"/><Relationship Id="rId23" Type="http://schemas.openxmlformats.org/officeDocument/2006/relationships/slide" Target="slides/slide17.xml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3.xml"/><Relationship Id="rId15" Type="http://schemas.openxmlformats.org/officeDocument/2006/relationships/slide" Target="slides/slide9.xml"/><Relationship Id="rId14" Type="http://schemas.openxmlformats.org/officeDocument/2006/relationships/slide" Target="slides/slide8.xml"/><Relationship Id="rId17" Type="http://schemas.openxmlformats.org/officeDocument/2006/relationships/slide" Target="slides/slide11.xml"/><Relationship Id="rId16" Type="http://schemas.openxmlformats.org/officeDocument/2006/relationships/slide" Target="slides/slide10.xml"/><Relationship Id="rId5" Type="http://schemas.openxmlformats.org/officeDocument/2006/relationships/slideMaster" Target="slideMasters/slideMaster2.xml"/><Relationship Id="rId19" Type="http://schemas.openxmlformats.org/officeDocument/2006/relationships/slide" Target="slides/slide13.xml"/><Relationship Id="rId6" Type="http://schemas.openxmlformats.org/officeDocument/2006/relationships/notesMaster" Target="notesMasters/notesMaster1.xml"/><Relationship Id="rId18" Type="http://schemas.openxmlformats.org/officeDocument/2006/relationships/slide" Target="slides/slide12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g3bc9cdfe91b_0_2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" name="Google Shape;99;g3bc9cdfe91b_0_2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g3bc9cdfe91b_0_44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5" name="Google Shape;105;g3bc9cdfe91b_0_44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8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g3bc9cdfe91b_0_45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0" name="Google Shape;110;g3bc9cdfe91b_0_45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g3bc9cdfe91b_0_62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5" name="Google Shape;115;g3bc9cdfe91b_0_62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g3bc9cdfe91b_0_46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0" name="Google Shape;120;g3bc9cdfe91b_0_46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g3bc9cdfe91b_0_46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5" name="Google Shape;125;g3bc9cdfe91b_0_46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g3bc9cdfe91b_0_46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1" name="Google Shape;131;g3bc9cdfe91b_0_46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g3bc9cdfe91b_0_47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6" name="Google Shape;136;g3bc9cdfe91b_0_47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g3bc9cdfe91b_0_47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1" name="Google Shape;141;g3bc9cdfe91b_0_47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g3bc9cdfe91b_0_48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6" name="Google Shape;146;g3bc9cdfe91b_0_48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g3bc9cdfe91b_0_48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1" name="Google Shape;151;g3bc9cdfe91b_0_48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4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g3bc9cdfe91b_0_48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6" name="Google Shape;156;g3bc9cdfe91b_0_48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9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g3bc9cdfe91b_0_49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1" name="Google Shape;161;g3bc9cdfe91b_0_49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3bc9cdfe91b_0_49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6" name="Google Shape;166;g3bc9cdfe91b_0_49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g3bc9cdfe91b_0_50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1" name="Google Shape;171;g3bc9cdfe91b_0_50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4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g3bc9cdfe91b_0_50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6" name="Google Shape;176;g3bc9cdfe91b_0_50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9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g3bc9cdfe91b_0_50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1" name="Google Shape;181;g3bc9cdfe91b_0_50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4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g3bc9cdfe91b_0_567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86" name="Google Shape;186;g3bc9cdfe91b_0_56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25"/>
            <a:ext cx="4572000" cy="51435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  <a:defRPr>
                <a:solidFill>
                  <a:schemeClr val="dk1"/>
                </a:solidFill>
              </a:defRPr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>
                <a:solidFill>
                  <a:schemeClr val="dk1"/>
                </a:solidFill>
              </a:defRPr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>
                <a:solidFill>
                  <a:schemeClr val="dk1"/>
                </a:solidFill>
              </a:defRPr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>
                <a:solidFill>
                  <a:schemeClr val="dk1"/>
                </a:solidFill>
              </a:defRPr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>
                <a:solidFill>
                  <a:schemeClr val="dk1"/>
                </a:solidFill>
              </a:defRPr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>
                <a:solidFill>
                  <a:schemeClr val="dk1"/>
                </a:solidFill>
              </a:defRPr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>
                <a:solidFill>
                  <a:schemeClr val="dk1"/>
                </a:solidFill>
              </a:defRPr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>
                <a:solidFill>
                  <a:schemeClr val="dk1"/>
                </a:solidFill>
              </a:defRPr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15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57" name="Google Shape;57;p15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58" name="Google Shape;58;p1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60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17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62" name="Google Shape;62;p1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18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65" name="Google Shape;65;p18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66" name="Google Shape;66;p1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19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69" name="Google Shape;69;p19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70" name="Google Shape;70;p19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71" name="Google Shape;71;p1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20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74" name="Google Shape;74;p2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21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77" name="Google Shape;77;p21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78" name="Google Shape;78;p2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79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22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81" name="Google Shape;81;p2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82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23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" name="Google Shape;84;p23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85" name="Google Shape;85;p23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86" name="Google Shape;86;p23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87" name="Google Shape;87;p2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24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90" name="Google Shape;90;p2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25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93" name="Google Shape;93;p25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94" name="Google Shape;94;p2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2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_rels/slideMaster2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22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24.xml"/><Relationship Id="rId1" Type="http://schemas.openxmlformats.org/officeDocument/2006/relationships/slideLayout" Target="../slideLayouts/slideLayout13.xml"/><Relationship Id="rId2" Type="http://schemas.openxmlformats.org/officeDocument/2006/relationships/slideLayout" Target="../slideLayouts/slideLayout14.xml"/><Relationship Id="rId3" Type="http://schemas.openxmlformats.org/officeDocument/2006/relationships/slideLayout" Target="../slideLayouts/slideLayout15.xml"/><Relationship Id="rId4" Type="http://schemas.openxmlformats.org/officeDocument/2006/relationships/slideLayout" Target="../slideLayouts/slideLayout16.xml"/><Relationship Id="rId9" Type="http://schemas.openxmlformats.org/officeDocument/2006/relationships/slideLayout" Target="../slideLayouts/slideLayout21.xml"/><Relationship Id="rId5" Type="http://schemas.openxmlformats.org/officeDocument/2006/relationships/slideLayout" Target="../slideLayouts/slideLayout17.xml"/><Relationship Id="rId6" Type="http://schemas.openxmlformats.org/officeDocument/2006/relationships/slideLayout" Target="../slideLayouts/slideLayout18.xml"/><Relationship Id="rId7" Type="http://schemas.openxmlformats.org/officeDocument/2006/relationships/slideLayout" Target="../slideLayouts/slideLayout19.xml"/><Relationship Id="rId8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dark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Char char="●"/>
              <a:defRPr sz="1800">
                <a:solidFill>
                  <a:schemeClr val="lt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Char char="○"/>
              <a:defRPr>
                <a:solidFill>
                  <a:schemeClr val="lt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Char char="■"/>
              <a:defRPr>
                <a:solidFill>
                  <a:schemeClr val="lt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Char char="●"/>
              <a:defRPr>
                <a:solidFill>
                  <a:schemeClr val="lt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Char char="○"/>
              <a:defRPr>
                <a:solidFill>
                  <a:schemeClr val="lt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Char char="■"/>
              <a:defRPr>
                <a:solidFill>
                  <a:schemeClr val="lt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Char char="●"/>
              <a:defRPr>
                <a:solidFill>
                  <a:schemeClr val="lt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Char char="○"/>
              <a:defRPr>
                <a:solidFill>
                  <a:schemeClr val="lt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Char char="■"/>
              <a:defRPr>
                <a:solidFill>
                  <a:schemeClr val="lt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lt2"/>
                </a:solidFill>
              </a:defRPr>
            </a:lvl1pPr>
            <a:lvl2pPr lvl="1" algn="r">
              <a:buNone/>
              <a:defRPr sz="1000">
                <a:solidFill>
                  <a:schemeClr val="lt2"/>
                </a:solidFill>
              </a:defRPr>
            </a:lvl2pPr>
            <a:lvl3pPr lvl="2" algn="r">
              <a:buNone/>
              <a:defRPr sz="1000">
                <a:solidFill>
                  <a:schemeClr val="lt2"/>
                </a:solidFill>
              </a:defRPr>
            </a:lvl3pPr>
            <a:lvl4pPr lvl="3" algn="r">
              <a:buNone/>
              <a:defRPr sz="1000">
                <a:solidFill>
                  <a:schemeClr val="lt2"/>
                </a:solidFill>
              </a:defRPr>
            </a:lvl4pPr>
            <a:lvl5pPr lvl="4" algn="r">
              <a:buNone/>
              <a:defRPr sz="1000">
                <a:solidFill>
                  <a:schemeClr val="lt2"/>
                </a:solidFill>
              </a:defRPr>
            </a:lvl5pPr>
            <a:lvl6pPr lvl="5" algn="r">
              <a:buNone/>
              <a:defRPr sz="1000">
                <a:solidFill>
                  <a:schemeClr val="lt2"/>
                </a:solidFill>
              </a:defRPr>
            </a:lvl6pPr>
            <a:lvl7pPr lvl="6" algn="r">
              <a:buNone/>
              <a:defRPr sz="1000">
                <a:solidFill>
                  <a:schemeClr val="lt2"/>
                </a:solidFill>
              </a:defRPr>
            </a:lvl7pPr>
            <a:lvl8pPr lvl="7" algn="r">
              <a:buNone/>
              <a:defRPr sz="1000">
                <a:solidFill>
                  <a:schemeClr val="lt2"/>
                </a:solidFill>
              </a:defRPr>
            </a:lvl8pPr>
            <a:lvl9pPr lvl="8" algn="r">
              <a:buNone/>
              <a:defRPr sz="1000">
                <a:solidFill>
                  <a:schemeClr val="lt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venir"/>
              <a:buNone/>
              <a:defRPr b="0" i="0" sz="2800" u="none" cap="none" strike="noStrike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3" name="Google Shape;53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venir"/>
              <a:buChar char="●"/>
              <a:defRPr b="0" i="0" sz="1800" u="none" cap="none" strike="noStrike">
                <a:solidFill>
                  <a:schemeClr val="dk2"/>
                </a:solidFill>
                <a:latin typeface="Avenir"/>
                <a:ea typeface="Avenir"/>
                <a:cs typeface="Avenir"/>
                <a:sym typeface="Avenir"/>
              </a:defRPr>
            </a:lvl1pPr>
            <a:lvl2pPr indent="-317500" lvl="1" marL="914400" marR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venir"/>
              <a:buChar char="○"/>
              <a:defRPr b="0" i="0" sz="1400" u="none" cap="none" strike="noStrike">
                <a:solidFill>
                  <a:schemeClr val="dk2"/>
                </a:solidFill>
                <a:latin typeface="Avenir"/>
                <a:ea typeface="Avenir"/>
                <a:cs typeface="Avenir"/>
                <a:sym typeface="Avenir"/>
              </a:defRPr>
            </a:lvl2pPr>
            <a:lvl3pPr indent="-317500" lvl="2" marL="1371600" marR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venir"/>
              <a:buChar char="■"/>
              <a:defRPr b="0" i="0" sz="1400" u="none" cap="none" strike="noStrike">
                <a:solidFill>
                  <a:schemeClr val="dk2"/>
                </a:solidFill>
                <a:latin typeface="Avenir"/>
                <a:ea typeface="Avenir"/>
                <a:cs typeface="Avenir"/>
                <a:sym typeface="Avenir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venir"/>
              <a:buChar char="●"/>
              <a:defRPr b="0" i="0" sz="1400" u="none" cap="none" strike="noStrike">
                <a:solidFill>
                  <a:schemeClr val="dk2"/>
                </a:solidFill>
                <a:latin typeface="Avenir"/>
                <a:ea typeface="Avenir"/>
                <a:cs typeface="Avenir"/>
                <a:sym typeface="Avenir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venir"/>
              <a:buChar char="○"/>
              <a:defRPr b="0" i="0" sz="1400" u="none" cap="none" strike="noStrike">
                <a:solidFill>
                  <a:schemeClr val="dk2"/>
                </a:solidFill>
                <a:latin typeface="Avenir"/>
                <a:ea typeface="Avenir"/>
                <a:cs typeface="Avenir"/>
                <a:sym typeface="Avenir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venir"/>
              <a:buChar char="■"/>
              <a:defRPr b="0" i="0" sz="1400" u="none" cap="none" strike="noStrike">
                <a:solidFill>
                  <a:schemeClr val="dk2"/>
                </a:solidFill>
                <a:latin typeface="Avenir"/>
                <a:ea typeface="Avenir"/>
                <a:cs typeface="Avenir"/>
                <a:sym typeface="Avenir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venir"/>
              <a:buChar char="●"/>
              <a:defRPr b="0" i="0" sz="1400" u="none" cap="none" strike="noStrike">
                <a:solidFill>
                  <a:schemeClr val="dk2"/>
                </a:solidFill>
                <a:latin typeface="Avenir"/>
                <a:ea typeface="Avenir"/>
                <a:cs typeface="Avenir"/>
                <a:sym typeface="Avenir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venir"/>
              <a:buChar char="○"/>
              <a:defRPr b="0" i="0" sz="1400" u="none" cap="none" strike="noStrike">
                <a:solidFill>
                  <a:schemeClr val="dk2"/>
                </a:solidFill>
                <a:latin typeface="Avenir"/>
                <a:ea typeface="Avenir"/>
                <a:cs typeface="Avenir"/>
                <a:sym typeface="Avenir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venir"/>
              <a:buChar char="■"/>
              <a:defRPr b="0" i="0" sz="1400" u="none" cap="none" strike="noStrike">
                <a:solidFill>
                  <a:schemeClr val="dk2"/>
                </a:solidFill>
                <a:latin typeface="Avenir"/>
                <a:ea typeface="Avenir"/>
                <a:cs typeface="Avenir"/>
                <a:sym typeface="Avenir"/>
              </a:defRPr>
            </a:lvl9pPr>
          </a:lstStyle>
          <a:p/>
        </p:txBody>
      </p:sp>
      <p:sp>
        <p:nvSpPr>
          <p:cNvPr id="54" name="Google Shape;54;p1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60" r:id="rId1"/>
    <p:sldLayoutId id="2147483661" r:id="rId2"/>
    <p:sldLayoutId id="2147483662" r:id="rId3"/>
    <p:sldLayoutId id="2147483663" r:id="rId4"/>
    <p:sldLayoutId id="2147483664" r:id="rId5"/>
    <p:sldLayoutId id="2147483665" r:id="rId6"/>
    <p:sldLayoutId id="2147483666" r:id="rId7"/>
    <p:sldLayoutId id="2147483667" r:id="rId8"/>
    <p:sldLayoutId id="2147483668" r:id="rId9"/>
    <p:sldLayoutId id="2147483669" r:id="rId10"/>
    <p:sldLayoutId id="2147483670" r:id="rId11"/>
    <p:sldLayoutId id="2147483671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3.jpg"/><Relationship Id="rId4" Type="http://schemas.openxmlformats.org/officeDocument/2006/relationships/image" Target="../media/image1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8.jp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jp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6.jpg"/><Relationship Id="rId4" Type="http://schemas.openxmlformats.org/officeDocument/2006/relationships/hyperlink" Target="https://alpha.kamiwaza.ai" TargetMode="Externa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9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0.jp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2.jp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8.jp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7.jp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6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3.jp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20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5.jpg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1.jp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4.jp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9.png"/><Relationship Id="rId4" Type="http://schemas.openxmlformats.org/officeDocument/2006/relationships/image" Target="../media/image17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make it look like slide 1" id="101" name="Google Shape;101;p2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-35700" y="0"/>
            <a:ext cx="9210675" cy="5143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2" name="Google Shape;102;p2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346650" y="329650"/>
            <a:ext cx="2548575" cy="7773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eautify slide 22, add an exciting image to the right, dark background. Take inspiration from slide 3 or 4.  Main color should be green, #0DCC8A" id="107" name="Google Shape;107;p2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-35700" y="0"/>
            <a:ext cx="9210675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eautify slide 23, take inspiration from slide 8. dark background, main color theme should be #0DCC8A.  No Kamwaza logos, put an image if you can fit it nicely. " id="112" name="Google Shape;112;p2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-35700" y="0"/>
            <a:ext cx="9210675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'm noticing slide 4 some of the words are not words.  Clean up the wording.  " id="117" name="Google Shape;117;p3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-35700" y="0"/>
            <a:ext cx="9210675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eautify slide 25, take inspiration from slide 8. dark background, main color theme should be #0DCC8A. No Kamwaza logos, put an image if you can fit it nicely." id="122" name="Google Shape;122;p3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-35700" y="0"/>
            <a:ext cx="9210675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6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eautify slide 26, take inspiration from slide 8. dark background, main color theme should be #0DCC8A. No Kamwaza logos, put an image if you can fit it nicely." id="127" name="Google Shape;127;p3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-35700" y="0"/>
            <a:ext cx="9210675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32"/>
          <p:cNvSpPr txBox="1"/>
          <p:nvPr/>
        </p:nvSpPr>
        <p:spPr>
          <a:xfrm>
            <a:off x="380313" y="697300"/>
            <a:ext cx="5215800" cy="738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u="sng">
                <a:solidFill>
                  <a:schemeClr val="hlink"/>
                </a:solidFill>
                <a:hlinkClick r:id="rId4"/>
              </a:rPr>
              <a:t>https://alpha.kamiwaza.ai</a:t>
            </a:r>
            <a:endParaRPr sz="1800">
              <a:solidFill>
                <a:schemeClr val="lt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2"/>
              </a:solidFill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eautify slide 27, take inspiration from slide 8. dark background, main color theme should be #0DCC8A. No Kamwaza logos, put an image if you can fit it nicely." id="133" name="Google Shape;133;p3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-35700" y="0"/>
            <a:ext cx="9210675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eautify slide 28, take inspiration from slide 8. dark background, main color theme should be #0DCC8A. No Kamwaza logos, put an image if you can fit it nicely." id="138" name="Google Shape;138;p3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-35700" y="0"/>
            <a:ext cx="9210675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eautify slide 29, take inspiration from slide 8. dark background, main color theme should be #0DCC8A. No Kamwaza logos, put an image if you can fit it nicely." id="143" name="Google Shape;143;p3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-35700" y="0"/>
            <a:ext cx="9210675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eautify slide 30, take inspiration from slide 8. dark background, main color theme should be #0DCC8A. No Kamwaza logos, put an image if you can fit it nicely." id="148" name="Google Shape;148;p3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-35700" y="0"/>
            <a:ext cx="9210675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eautify slide 31, take inspiration from slide 8. dark background, main color theme should be #0DCC8A. No Kamwaza logos, put an image if you can fit it nicely." id="153" name="Google Shape;153;p3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-35700" y="0"/>
            <a:ext cx="9210675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eautify slide 32, take inspiration from slide 8. dark background, main color theme should be #0DCC8A. No Kamwaza logos, put an image if you can fit it nicely." id="158" name="Google Shape;158;p3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-35700" y="0"/>
            <a:ext cx="9210675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2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eautify slide 33, take inspiration from slide 8. dark background, main color theme should be #0DCC8A. No Kamwaza logos, put an image if you can fit it nicely." id="163" name="Google Shape;163;p3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-35700" y="0"/>
            <a:ext cx="9210675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eautify slide 34, take inspiration from slide 8. dark background, main color theme should be #0DCC8A. No Kamwaza logos, put an image if you can fit it nicely." id="168" name="Google Shape;168;p4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-35700" y="0"/>
            <a:ext cx="9210675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eautify slide 35, take inspiration from slide 8. dark background, main color theme should be #0DCC8A. No Kamwaza logos, put an image if you can fit it nicely." id="173" name="Google Shape;173;p4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-35700" y="0"/>
            <a:ext cx="9210675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7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eautify slide 36, take inspiration from slide 8. dark background, main color theme should be #0DCC8A. No Kamwaza logos, put an image if you can fit it nicely." id="178" name="Google Shape;178;p4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-35700" y="0"/>
            <a:ext cx="9210675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eautify slide 37, take inspiration from slide 8. dark background, main color theme should be #0DCC8A. No Kamwaza logos, put an image if you can fit it nicely." id="183" name="Google Shape;183;p4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-35700" y="0"/>
            <a:ext cx="9210675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dk1"/>
        </a:solidFill>
      </p:bgPr>
    </p:bg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8" name="Google Shape;188;p44" title="Kami-Icon.png"/>
          <p:cNvPicPr preferRelativeResize="0"/>
          <p:nvPr/>
        </p:nvPicPr>
        <p:blipFill rotWithShape="1">
          <a:blip r:embed="rId3">
            <a:alphaModFix amt="15000"/>
          </a:blip>
          <a:srcRect b="0" l="0" r="0" t="0"/>
          <a:stretch/>
        </p:blipFill>
        <p:spPr>
          <a:xfrm>
            <a:off x="4707850" y="320275"/>
            <a:ext cx="6019201" cy="46440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89" name="Google Shape;189;p44" title="kami logo.png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72425" y="418150"/>
            <a:ext cx="2105851" cy="685849"/>
          </a:xfrm>
          <a:prstGeom prst="rect">
            <a:avLst/>
          </a:prstGeom>
          <a:noFill/>
          <a:ln>
            <a:noFill/>
          </a:ln>
        </p:spPr>
      </p:pic>
      <p:sp>
        <p:nvSpPr>
          <p:cNvPr id="190" name="Google Shape;190;p44"/>
          <p:cNvSpPr/>
          <p:nvPr/>
        </p:nvSpPr>
        <p:spPr>
          <a:xfrm>
            <a:off x="0" y="4964350"/>
            <a:ext cx="9144000" cy="179100"/>
          </a:xfrm>
          <a:prstGeom prst="rect">
            <a:avLst/>
          </a:prstGeom>
          <a:solidFill>
            <a:srgbClr val="0ECC8A"/>
          </a:solidFill>
          <a:ln cap="flat" cmpd="sng" w="9525">
            <a:solidFill>
              <a:srgbClr val="0ECC8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highlight>
                <a:srgbClr val="0ECC8A"/>
              </a:highlight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1" name="Google Shape;191;p44"/>
          <p:cNvSpPr txBox="1"/>
          <p:nvPr>
            <p:ph type="ctrTitle"/>
          </p:nvPr>
        </p:nvSpPr>
        <p:spPr>
          <a:xfrm>
            <a:off x="311700" y="1150900"/>
            <a:ext cx="8520600" cy="8991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b="1" lang="en" sz="3220">
                <a:solidFill>
                  <a:schemeClr val="lt1"/>
                </a:solidFill>
              </a:rPr>
              <a:t>Thank You!</a:t>
            </a:r>
            <a:endParaRPr b="1" sz="3220">
              <a:solidFill>
                <a:schemeClr val="lt1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192" name="Google Shape;192;p44"/>
          <p:cNvSpPr txBox="1"/>
          <p:nvPr>
            <p:ph idx="12" type="sldNum"/>
          </p:nvPr>
        </p:nvSpPr>
        <p:spPr>
          <a:xfrm>
            <a:off x="8336925" y="4439675"/>
            <a:ext cx="684300" cy="57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r>
              <a:t/>
            </a:r>
            <a:endParaRPr sz="1200">
              <a:solidFill>
                <a:schemeClr val="lt1"/>
              </a:solidFill>
            </a:endParaRPr>
          </a:p>
        </p:txBody>
      </p:sp>
      <p:sp>
        <p:nvSpPr>
          <p:cNvPr id="193" name="Google Shape;193;p44"/>
          <p:cNvSpPr txBox="1"/>
          <p:nvPr>
            <p:ph idx="1" type="subTitle"/>
          </p:nvPr>
        </p:nvSpPr>
        <p:spPr>
          <a:xfrm rot="5400000">
            <a:off x="7971725" y="805500"/>
            <a:ext cx="1524300" cy="42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 sz="1200">
                <a:solidFill>
                  <a:schemeClr val="lt1"/>
                </a:solidFill>
                <a:latin typeface="Avenir"/>
                <a:ea typeface="Avenir"/>
                <a:cs typeface="Avenir"/>
                <a:sym typeface="Avenir"/>
              </a:rPr>
              <a:t>kamiwaza.ai</a:t>
            </a:r>
            <a:endParaRPr sz="1200">
              <a:solidFill>
                <a:schemeClr val="lt1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Dark">
  <a:themeElements>
    <a:clrScheme name="Simple Dark">
      <a:dk1>
        <a:srgbClr val="FFFFFF"/>
      </a:dk1>
      <a:lt1>
        <a:srgbClr val="212121"/>
      </a:lt1>
      <a:dk2>
        <a:srgbClr val="303030"/>
      </a:dk2>
      <a:lt2>
        <a:srgbClr val="ADADAD"/>
      </a:lt2>
      <a:accent1>
        <a:srgbClr val="009688"/>
      </a:accent1>
      <a:accent2>
        <a:srgbClr val="EEEEEE"/>
      </a:accent2>
      <a:accent3>
        <a:srgbClr val="78909C"/>
      </a:accent3>
      <a:accent4>
        <a:srgbClr val="FFAB40"/>
      </a:accent4>
      <a:accent5>
        <a:srgbClr val="4DD0E1"/>
      </a:accent5>
      <a:accent6>
        <a:srgbClr val="EEFF41"/>
      </a:accent6>
      <a:hlink>
        <a:srgbClr val="4DD0E1"/>
      </a:hlink>
      <a:folHlink>
        <a:srgbClr val="4DD0E1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