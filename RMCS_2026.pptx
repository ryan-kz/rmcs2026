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2" r:id="rId4"/>
    <p:sldMasterId id="214748367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slide" Target="slides/slide16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24" Type="http://schemas.openxmlformats.org/officeDocument/2006/relationships/slide" Target="slides/slide18.xml"/><Relationship Id="rId12" Type="http://schemas.openxmlformats.org/officeDocument/2006/relationships/slide" Target="slides/slide6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bc9cdfe91b_0_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bc9cdfe91b_0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bc9cdfe91b_0_4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bc9cdfe91b_0_4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bc9cdfe91b_0_4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bc9cdfe91b_0_4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bc9cdfe91b_0_4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bc9cdfe91b_0_4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bc9cdfe91b_0_4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bc9cdfe91b_0_4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bc9cdfe91b_0_4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bc9cdfe91b_0_4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bc9cdfe91b_0_4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bc9cdfe91b_0_4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bc9cdfe91b_0_4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bc9cdfe91b_0_4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c9cdfe91b_0_4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bc9cdfe91b_0_4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bc9cdfe91b_0_4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bc9cdfe91b_0_4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bc9cdfe91b_0_4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bc9cdfe91b_0_4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bc9cdfe91b_0_4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bc9cdfe91b_0_4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bc9cdfe91b_0_4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bc9cdfe91b_0_4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bc9cdfe91b_0_4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bc9cdfe91b_0_4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bc9cdfe91b_0_5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bc9cdfe91b_0_5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bc9cdfe91b_0_5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bc9cdfe91b_0_5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bc9cdfe91b_0_5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bc9cdfe91b_0_5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bc9cdfe91b_0_56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g3bc9cdfe91b_0_5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7" name="Google Shape;57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8" name="Google Shape;58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2" name="Google Shape;62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5" name="Google Shape;6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9" name="Google Shape;69;p1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0" name="Google Shape;70;p1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1" name="Google Shape;71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7" name="Google Shape;77;p2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8" name="Google Shape;78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1" name="Google Shape;81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5" name="Google Shape;85;p2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6" name="Google Shape;86;p2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7" name="Google Shape;87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90" name="Google Shape;90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3" name="Google Shape;93;p2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4" name="Google Shape;94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venir"/>
              <a:buNone/>
              <a:defRPr b="0" i="0" sz="2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venir"/>
              <a:buChar char="●"/>
              <a:defRPr b="0" i="0" sz="18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-3175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venir"/>
              <a:buChar char="○"/>
              <a:defRPr b="0" i="0" sz="14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-3175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venir"/>
              <a:buChar char="■"/>
              <a:defRPr b="0" i="0" sz="14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-3175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venir"/>
              <a:buChar char="●"/>
              <a:defRPr b="0" i="0" sz="14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-3175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venir"/>
              <a:buChar char="○"/>
              <a:defRPr b="0" i="0" sz="14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-3175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venir"/>
              <a:buChar char="■"/>
              <a:defRPr b="0" i="0" sz="14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-3175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venir"/>
              <a:buChar char="●"/>
              <a:defRPr b="0" i="0" sz="14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-3175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venir"/>
              <a:buChar char="○"/>
              <a:defRPr b="0" i="0" sz="14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-3175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venir"/>
              <a:buChar char="■"/>
              <a:defRPr b="0" i="0" sz="14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54" name="Google Shape;54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jpg"/><Relationship Id="rId4" Type="http://schemas.openxmlformats.org/officeDocument/2006/relationships/hyperlink" Target="https://alpha.kamiwaza.ai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9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8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ke it look like slide 1" id="101" name="Google Shape;10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slide 22, add an exciting image to the right, dark background. Take inspiration from slide 3 or 4.  Main color should be green, #0DCC8A" id="106" name="Google Shape;106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slide 23, take inspiration from slide 8. dark background, main color theme should be #0DCC8A.  No Kamwaza logos, put an image if you can fit it nicely. " id="111" name="Google Shape;111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slide 24, take inspiration from slide 8. dark background, main color theme should be #0DCC8A. No Kamwaza logos, put an image if you can fit it nicely." id="116" name="Google Shape;116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slide 25, take inspiration from slide 8. dark background, main color theme should be #0DCC8A. No Kamwaza logos, put an image if you can fit it nicely." id="121" name="Google Shape;121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slide 26, take inspiration from slide 8. dark background, main color theme should be #0DCC8A. No Kamwaza logos, put an image if you can fit it nicely." id="126" name="Google Shape;126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32"/>
          <p:cNvSpPr txBox="1"/>
          <p:nvPr/>
        </p:nvSpPr>
        <p:spPr>
          <a:xfrm>
            <a:off x="380313" y="697300"/>
            <a:ext cx="5215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hlink"/>
                </a:solidFill>
                <a:hlinkClick r:id="rId4"/>
              </a:rPr>
              <a:t>https://alpha.kamiwaza.ai</a:t>
            </a:r>
            <a:endParaRPr sz="18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slide 27, take inspiration from slide 8. dark background, main color theme should be #0DCC8A. No Kamwaza logos, put an image if you can fit it nicely." id="132" name="Google Shape;132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slide 28, take inspiration from slide 8. dark background, main color theme should be #0DCC8A. No Kamwaza logos, put an image if you can fit it nicely." id="137" name="Google Shape;137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slide 29, take inspiration from slide 8. dark background, main color theme should be #0DCC8A. No Kamwaza logos, put an image if you can fit it nicely." id="142" name="Google Shape;142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slide 30, take inspiration from slide 8. dark background, main color theme should be #0DCC8A. No Kamwaza logos, put an image if you can fit it nicely." id="147" name="Google Shape;147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slide 31, take inspiration from slide 8. dark background, main color theme should be #0DCC8A. No Kamwaza logos, put an image if you can fit it nicely." id="152" name="Google Shape;152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slide 32, take inspiration from slide 8. dark background, main color theme should be #0DCC8A. No Kamwaza logos, put an image if you can fit it nicely." id="157" name="Google Shape;157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slide 33, take inspiration from slide 8. dark background, main color theme should be #0DCC8A. No Kamwaza logos, put an image if you can fit it nicely." id="162" name="Google Shape;162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slide 34, take inspiration from slide 8. dark background, main color theme should be #0DCC8A. No Kamwaza logos, put an image if you can fit it nicely." id="167" name="Google Shape;167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slide 35, take inspiration from slide 8. dark background, main color theme should be #0DCC8A. No Kamwaza logos, put an image if you can fit it nicely." id="172" name="Google Shape;172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slide 36, take inspiration from slide 8. dark background, main color theme should be #0DCC8A. No Kamwaza logos, put an image if you can fit it nicely." id="177" name="Google Shape;177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slide 37, take inspiration from slide 8. dark background, main color theme should be #0DCC8A. No Kamwaza logos, put an image if you can fit it nicely." id="182" name="Google Shape;182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44" title="Kami-Icon.png"/>
          <p:cNvPicPr preferRelativeResize="0"/>
          <p:nvPr/>
        </p:nvPicPr>
        <p:blipFill rotWithShape="1">
          <a:blip r:embed="rId3">
            <a:alphaModFix amt="15000"/>
          </a:blip>
          <a:srcRect b="0" l="0" r="0" t="0"/>
          <a:stretch/>
        </p:blipFill>
        <p:spPr>
          <a:xfrm>
            <a:off x="4707850" y="320275"/>
            <a:ext cx="6019201" cy="464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44" title="kami log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2425" y="418150"/>
            <a:ext cx="2105851" cy="685849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44"/>
          <p:cNvSpPr/>
          <p:nvPr/>
        </p:nvSpPr>
        <p:spPr>
          <a:xfrm>
            <a:off x="0" y="4964350"/>
            <a:ext cx="9144000" cy="179100"/>
          </a:xfrm>
          <a:prstGeom prst="rect">
            <a:avLst/>
          </a:prstGeom>
          <a:solidFill>
            <a:srgbClr val="0ECC8A"/>
          </a:solidFill>
          <a:ln cap="flat" cmpd="sng" w="9525">
            <a:solidFill>
              <a:srgbClr val="0EC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rgbClr val="0ECC8A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44"/>
          <p:cNvSpPr txBox="1"/>
          <p:nvPr>
            <p:ph type="ctrTitle"/>
          </p:nvPr>
        </p:nvSpPr>
        <p:spPr>
          <a:xfrm>
            <a:off x="311700" y="1150900"/>
            <a:ext cx="8520600" cy="899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220">
                <a:solidFill>
                  <a:schemeClr val="lt1"/>
                </a:solidFill>
              </a:rPr>
              <a:t>Thank You!</a:t>
            </a:r>
            <a:endParaRPr b="1" sz="322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91" name="Google Shape;191;p44"/>
          <p:cNvSpPr txBox="1"/>
          <p:nvPr>
            <p:ph idx="12" type="sldNum"/>
          </p:nvPr>
        </p:nvSpPr>
        <p:spPr>
          <a:xfrm>
            <a:off x="8336925" y="4439675"/>
            <a:ext cx="684300" cy="57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192" name="Google Shape;192;p44"/>
          <p:cNvSpPr txBox="1"/>
          <p:nvPr>
            <p:ph idx="1" type="subTitle"/>
          </p:nvPr>
        </p:nvSpPr>
        <p:spPr>
          <a:xfrm rot="5400000">
            <a:off x="7971725" y="805500"/>
            <a:ext cx="1524300" cy="4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2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kamiwaza.ai</a:t>
            </a:r>
            <a:endParaRPr sz="12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